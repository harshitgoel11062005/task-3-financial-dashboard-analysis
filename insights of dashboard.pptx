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Dashboard –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dirty="0"/>
              <a:t>Internship Project by Harshit Goel (Elevate Labs)</a:t>
            </a:r>
          </a:p>
          <a:p>
            <a:pPr>
              <a:spcAft>
                <a:spcPts val="1000"/>
              </a:spcAft>
            </a:pPr>
            <a:r>
              <a:rPr dirty="0"/>
              <a:t>Tool Used: Power BI</a:t>
            </a:r>
          </a:p>
          <a:p>
            <a:pPr>
              <a:spcAft>
                <a:spcPts val="1000"/>
              </a:spcAft>
            </a:pPr>
            <a:r>
              <a:rPr dirty="0"/>
              <a:t>Dataset: Microsoft Financial Sample</a:t>
            </a:r>
          </a:p>
          <a:p>
            <a:pPr>
              <a:spcAft>
                <a:spcPts val="1000"/>
              </a:spcAft>
            </a:pPr>
            <a:r>
              <a:rPr dirty="0"/>
              <a:t>Focus: Sales, Profit, and Profit Margin across countries, products, and segments.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Sales Insights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2890"/>
            <a:ext cx="8229600" cy="5201265"/>
          </a:xfrm>
        </p:spPr>
        <p:txBody>
          <a:bodyPr wrap="square"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dirty="0"/>
              <a:t>• United States recorded the highest total sales (~35% of total revenue)</a:t>
            </a:r>
          </a:p>
          <a:p>
            <a:pPr>
              <a:spcAft>
                <a:spcPts val="1000"/>
              </a:spcAft>
            </a:pPr>
            <a:r>
              <a:rPr dirty="0"/>
              <a:t>• Canada and France followed as strong markets</a:t>
            </a:r>
          </a:p>
          <a:p>
            <a:pPr>
              <a:spcAft>
                <a:spcPts val="1000"/>
              </a:spcAft>
            </a:pPr>
            <a:r>
              <a:rPr dirty="0"/>
              <a:t>• Government and Small Business segments contributed the most to overall revenue</a:t>
            </a:r>
          </a:p>
          <a:p>
            <a:pPr>
              <a:spcAft>
                <a:spcPts val="1000"/>
              </a:spcAft>
            </a:pPr>
            <a:r>
              <a:rPr dirty="0"/>
              <a:t>• Seasonal variations show peak sales during Q3 and 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Insights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</a:pPr>
            <a:r>
              <a:t>• Top Performers: Paseo (highest sales &amp; profit), VTT (consistent across regions)</a:t>
            </a:r>
          </a:p>
          <a:p>
            <a:pPr>
              <a:spcAft>
                <a:spcPts val="1000"/>
              </a:spcAft>
            </a:pPr>
            <a:r>
              <a:t>• Low Performers: Amarilla and Carretera – lowest margins &amp; sales</a:t>
            </a:r>
          </a:p>
          <a:p>
            <a:pPr>
              <a:spcAft>
                <a:spcPts val="1000"/>
              </a:spcAft>
            </a:pPr>
            <a:r>
              <a:t>• High-margin products are also top-selling, showing strong market alignment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Insights 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</a:pPr>
            <a:r>
              <a:t>• Total Profit: ₹X million</a:t>
            </a:r>
          </a:p>
          <a:p>
            <a:pPr>
              <a:spcAft>
                <a:spcPts val="1000"/>
              </a:spcAft>
            </a:pPr>
            <a:r>
              <a:t>• Average Profit Margin: ~12–15%</a:t>
            </a:r>
          </a:p>
          <a:p>
            <a:pPr>
              <a:spcAft>
                <a:spcPts val="1000"/>
              </a:spcAft>
            </a:pPr>
            <a:r>
              <a:t>• Highest Margin: Government Segment (~18%)</a:t>
            </a:r>
          </a:p>
          <a:p>
            <a:pPr>
              <a:spcAft>
                <a:spcPts val="1000"/>
              </a:spcAft>
            </a:pPr>
            <a:r>
              <a:t>• Lowest Margin: Small Business (~8%)</a:t>
            </a:r>
          </a:p>
          <a:p>
            <a:pPr>
              <a:spcAft>
                <a:spcPts val="1000"/>
              </a:spcAft>
            </a:pPr>
            <a:r>
              <a:t>• Profits correlate with sales volume and product mix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Implications &amp; Recommendations 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</a:pPr>
            <a:r>
              <a:t>• Focus marketing on high-performing regions (US &amp; Canada)</a:t>
            </a:r>
          </a:p>
          <a:p>
            <a:pPr>
              <a:spcAft>
                <a:spcPts val="1000"/>
              </a:spcAft>
            </a:pPr>
            <a:r>
              <a:t>• Promote top-margin products (Paseo, VTT)</a:t>
            </a:r>
          </a:p>
          <a:p>
            <a:pPr>
              <a:spcAft>
                <a:spcPts val="1000"/>
              </a:spcAft>
            </a:pPr>
            <a:r>
              <a:t>• Re-evaluate low-margin products for pricing/discontinuation</a:t>
            </a:r>
          </a:p>
          <a:p>
            <a:pPr>
              <a:spcAft>
                <a:spcPts val="1000"/>
              </a:spcAft>
            </a:pPr>
            <a:r>
              <a:t>• Introduce dynamic pricing and forecasting for Q4 spikes</a:t>
            </a:r>
          </a:p>
          <a:p>
            <a:pPr>
              <a:spcAft>
                <a:spcPts val="1000"/>
              </a:spcAft>
            </a:pPr>
            <a:r>
              <a:t>• Integrate SQL + Power BI for real-time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Financial Performance Dashboard – Key Insights</vt:lpstr>
      <vt:lpstr>Global Sales Insights 🌍</vt:lpstr>
      <vt:lpstr>Product Performance Insights 📦</vt:lpstr>
      <vt:lpstr>Profitability Insights 💰</vt:lpstr>
      <vt:lpstr>Business Implications &amp; Recommendations 📈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 Goel</dc:creator>
  <cp:keywords/>
  <dc:description>generated using python-pptx</dc:description>
  <cp:lastModifiedBy>harshitgoel931147@gmail.com</cp:lastModifiedBy>
  <cp:revision>2</cp:revision>
  <dcterms:created xsi:type="dcterms:W3CDTF">2013-01-27T09:14:16Z</dcterms:created>
  <dcterms:modified xsi:type="dcterms:W3CDTF">2025-10-26T10:40:50Z</dcterms:modified>
  <cp:category/>
</cp:coreProperties>
</file>